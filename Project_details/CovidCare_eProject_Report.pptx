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72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CovidCare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C7D2FE"/>
                </a:solidFill>
                <a:latin typeface="Calibri"/>
              </a:defRPr>
            </a:pPr>
            <a:r>
              <a:t>Vaccination Management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18288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5B4FC"/>
                </a:solidFill>
                <a:latin typeface="Calibri"/>
              </a:defRPr>
            </a:pPr>
            <a:r>
              <a:t>eProject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7D2FE"/>
                </a:solidFill>
                <a:latin typeface="Calibri"/>
              </a:defRPr>
            </a:pPr>
            <a:r>
              <a:t>June 2026 -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7D2FE"/>
                </a:solidFill>
                <a:latin typeface="Calibri"/>
              </a:defRPr>
            </a:pPr>
            <a:r>
              <a:t>Developed by Team CovidCare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005840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73152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Calibri"/>
              </a:defRPr>
            </a:pPr>
            <a:r>
              <a:t>Muhammad Owais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Lead Developer &amp;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46E5"/>
                </a:solidFill>
                <a:latin typeface="Calibri"/>
              </a:defRPr>
            </a:pPr>
            <a:r>
              <a:t>(Super Admin)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23160"/>
            <a:ext cx="1005840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423160"/>
            <a:ext cx="73152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14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Calibri"/>
              </a:defRPr>
            </a:pPr>
            <a:r>
              <a:t>Muhammad Hammad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14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Full Stack Developer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383280"/>
            <a:ext cx="1005840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383280"/>
            <a:ext cx="73152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Calibri"/>
              </a:defRPr>
            </a:pPr>
            <a:r>
              <a:t>Muhammad Hunain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Frontend Developer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343400"/>
            <a:ext cx="1005840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343400"/>
            <a:ext cx="73152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434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Calibri"/>
              </a:defRPr>
            </a:pPr>
            <a:r>
              <a:t>Muhammad Hamayl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434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Backend Developer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303520"/>
            <a:ext cx="1005840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5303520"/>
            <a:ext cx="73152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Calibri"/>
              </a:defRPr>
            </a:pPr>
            <a:r>
              <a:t>Muhammad Ali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UI/UX Designer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Synopsis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CovidCare is a web-based Vaccination Management System built with Laravel PHP framework.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It serves three distinct user roles: Patients, Hospitals, and Administrators.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Patients can register, search for hospitals, book test/vaccination appointments, and track their records.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Hospitals can manage appointment requests, update test results, and record vaccination status.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Administrators oversee the entire system - verifying hospitals, managing vaccine inventory, and generating reports.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The system features role-based authentication, real-time notifications, and a responsive UI.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Tech Stack: Laravel 11, PHP 8.x, MySQL, Tailwind CSS, Alpine.js, Vite, Bootstrap 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Analysis -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Calibri"/>
              </a:defRPr>
            </a:pPr>
            <a:r>
              <a:t>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Multi-role user authentication (Patient, Hospital, Admin)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Patient registration &amp; profile management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Hospital registration with admin approval workflow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Hospital search by name/location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Appointment booking (Test / Vaccination)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Test result update by hospitals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Vaccination status tracking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Admin dashboard with statistics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Vaccine inventory management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Report generation &amp; Excel export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Notification system for all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Calibri"/>
              </a:defRPr>
            </a:pPr>
            <a:r>
              <a:t>Non-Functional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Responsive design for mobile &amp; desktop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Secure password hashing (bcrypt)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Role-based access control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CSRF &amp; XSS protection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Database indexing for performance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Session management with guards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Queue support for notifications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SQLite in-memory testing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Presentation Layer: Blade Templates + Tailwind CSS + Alpine.js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Responsive views for each role (Patient, Hospital, Admin)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Landing page with theme customization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Application Layer: Laravel MVC Framework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Routes: 37 named routes across 3 role prefixes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Controllers: 6 main controllers (3 Auth + 3 Feature)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Middleware: auth guards for role-based access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Data Layer: Eloquent ORM + MySQL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- 5 Models: User, Hospital, Vaccine, Appointment, Notification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- 8 Migration files defining the complete schema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- 2 Auth guards: web (patients/admins), hospital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Infrastructure: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Vite for asset bundling &amp; hot reload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Queue system for async notifications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Session-based authentication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Database Design - Entity Relationship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29184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C69"/>
                </a:solidFill>
                <a:latin typeface="Calibri"/>
              </a:defRPr>
            </a:pPr>
            <a:r>
              <a:t>id (PK)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963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88919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1635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password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08959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3639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role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429000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4564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phone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49039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7647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address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69079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09651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location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1463040"/>
            <a:ext cx="3291840" cy="365760"/>
          </a:xfrm>
          <a:prstGeom prst="rect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148132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hospitals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1828800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18562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C69"/>
                </a:solidFill>
                <a:latin typeface="Calibri"/>
              </a:defRPr>
            </a:pPr>
            <a:r>
              <a:t>id (PK)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2148840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21762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hospital_name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468880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24963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2788919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281635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password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3108959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13639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address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3429000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34564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location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3749039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377647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1463040"/>
            <a:ext cx="3291840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148132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vaccines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1828800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0" y="18562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C69"/>
                </a:solidFill>
                <a:latin typeface="Calibri"/>
              </a:defRPr>
            </a:pPr>
            <a:r>
              <a:t>id (PK)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2148840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80" y="21762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vaccine_name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2468880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80" y="24963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4114800"/>
            <a:ext cx="3291840" cy="36576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0" y="413308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appointments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0" y="4480560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11880" y="45079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C69"/>
                </a:solidFill>
                <a:latin typeface="Calibri"/>
              </a:defRPr>
            </a:pPr>
            <a:r>
              <a:t>id (PK)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00600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11880" y="4828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97706"/>
                </a:solidFill>
                <a:latin typeface="Calibri"/>
              </a:defRPr>
            </a:pPr>
            <a:r>
              <a:t>patient_id (FK)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74720" y="5120640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11880" y="51480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97706"/>
                </a:solidFill>
                <a:latin typeface="Calibri"/>
              </a:defRPr>
            </a:pPr>
            <a:r>
              <a:t>hospital_id (FK)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0" y="5440679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11880" y="546811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74720" y="5760719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11880" y="578815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appointment_date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74720" y="6080760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11880" y="61081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74720" y="6400799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11880" y="64282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test_result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74720" y="6720839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11880" y="674827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vaccination_status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4114800"/>
            <a:ext cx="3291840" cy="3657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413308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4480560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8680" y="45079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C69"/>
                </a:solidFill>
                <a:latin typeface="Calibri"/>
              </a:defRPr>
            </a:pPr>
            <a:r>
              <a:t>id (PK)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4800600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8680" y="4828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notifiable_type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1520" y="5120640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8680" y="51480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notifiable_id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1520" y="5440679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8680" y="546811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" y="5760719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8680" y="578815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title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1520" y="6080760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8680" y="61081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message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1520" y="6400799"/>
            <a:ext cx="32918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8680" y="64282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link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6720839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8680" y="674827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is_read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7744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Calibri"/>
              </a:defRPr>
            </a:pPr>
            <a:r>
              <a:t>1 ---&lt; *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Calibri"/>
              </a:defRPr>
            </a:pPr>
            <a:r>
              <a:t>* &gt;--- 1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Database Relationships &amp; Schema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users (1) ----&lt; appointments &gt;---- (1) hospitals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appointments.patient_id -&gt; users.id (CASCADE on delete)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appointments.hospital_id -&gt; hospitals.id (CASCADE on delete)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notifications (Polymorphic Relationship)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notifiable_type = "App\Models\User" -&gt; users table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notifiable_type = "App\Models\Hospital" -&gt; hospitals table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Key Design Decisions: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Single users table with "role" column for patient/admin distinction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Separate hospitals table (not in users) due to different auth guard &amp; fields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Polymorphic notifications to support both User and Hospital recipients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Appointments as central transactional hub connecting patients &amp; hospitals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- Vaccines as standalone table for inventory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 Flow Diagram - Level 0 (Context Diagram)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1828800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Patient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1371600"/>
            <a:ext cx="1828800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1554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Hospital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4572000"/>
            <a:ext cx="1828800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4754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286000"/>
            <a:ext cx="4114800" cy="2286000"/>
          </a:xfrm>
          <a:prstGeom prst="rect">
            <a:avLst/>
          </a:prstGeom>
          <a:solidFill>
            <a:srgbClr val="F3F4F6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7432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F46E5"/>
                </a:solidFill>
                <a:latin typeface="Calibri"/>
              </a:defRPr>
            </a:pPr>
            <a:r>
              <a:t>CovidCare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38328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t>Registration</a:t>
            </a:r>
            <a:br/>
            <a:r>
              <a:t>Appointment Booking</a:t>
            </a:r>
            <a:br/>
            <a:r>
              <a:t>Results &amp;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Registers, Books,</a:t>
            </a:r>
            <a:br/>
            <a:r>
              <a:t>Views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Manages Requests,</a:t>
            </a:r>
            <a:br/>
            <a:r>
              <a:t>Updates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463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Verifies, Manages</a:t>
            </a:r>
            <a:br/>
            <a:r>
              <a:t>Vaccines,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External entities interact with the system through their respective auth guards and feature controllers.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 Case Diagram - Actors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Patient (Actor):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Register Account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Login / Logout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Search Hospitals by name/location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Book Appointments (Test / Vaccination)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View Appointment History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Manage Profile (update/delete account)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Receive Notifications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Hospital (Actor):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Register Account (status: pending)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Login / Logout (only when approved)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View Appointment Requests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Approve / Reject Appointments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Update Test Results (Negative/Positive)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Update Vaccination Status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Receive Notifications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Admin (Actor):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Login / Logout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View Dashboard with system stats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Verify / Approve / Reject Hospitals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Manage Vaccines (add, toggle availability)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View All Appointments Reports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Export Data to Excel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Application Flow - Patient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1: Register / Login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New users register with name, email, password, phone, address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Existing users login with email + password (web guard, role=patient)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2: Search for Hospitals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Navigate to Search page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Search by hospital name or location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System returns list of approved hospitals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3: Book Appointment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Select a hospital from search results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Choose appointment type: COVID Test or Vaccination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Pick a date and submit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Hospital receives notification of new booking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4: Track Appointments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View all appointments on Appointments page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See status: Pending / Approved / Rejected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View test results and vaccination status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Receive real-time notifications on status changes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5: Manage Profile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Update personal information (name, phone, address, location)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Delete account if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Application Flow - Hospital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1: Register Account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New hospitals register with name, email, password, address, location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Initial status: "pending" - awaiting admin approval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Admin receives notification of new registration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2: Login (after approval)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Only approved hospitals can log in (checked in login controller)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Rejected hospitals cannot access the system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3: Dashboard Overview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View total and pending appointment requests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See recent appointment activity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4: Manage Appointment Requests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View all appointment requests on Requests page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Approve: patient is notified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Reject: patient is notified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5: Update Medical Records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Update Test Result: Set as Negative or Positive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Update Vaccination Status: Mark as Vaccinated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Patient receives notifications for each update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Application Flow - Admin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1: Login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Admin logs in with email + password (web guard, role=admin)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Pre-seeded admin: admin@covid.com / admin123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2: Dashboard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Overview of system statistics: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 - Total Patients registered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 - Total Hospitals (approved/pending/rejected)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 - Total Appointments booked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 - Pending approvals count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3: Hospital Management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View all registered hospitals with their status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Approve hospital registrations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Reject hospital registrations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Hospitals are notified of their status changes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4: Vaccine Management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View all vaccines in the system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Add new vaccines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Toggle vaccine status (Available / Unavailable)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Approved hospitals notified when new vaccine added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Step 5: Reports &amp; Export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View comprehensive appointment reports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See patient &amp; hospital details for each appointment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- Export all data as Excel (.xls) file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Developer Guide - Controller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46E5"/>
                </a:solidFill>
                <a:latin typeface="Calibri"/>
              </a:defRPr>
            </a:pPr>
            <a:r>
              <a:t>Auth Controllers: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PatientAuthController: login, register, logout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HospitalAuthController: login (checks status), register, logout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AdminAuthController: login, logout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46E5"/>
                </a:solidFill>
                <a:latin typeface="Calibri"/>
              </a:defRPr>
            </a:pPr>
            <a:r>
              <a:t>Feature Controllers: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PatientController: dashboard, search, book, appointments, profile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HospitalController: dashboard, requests, approve, reject, test-result, vaccination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AdminController: dashboard, hospitals, vaccines, reports,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46E5"/>
                </a:solidFill>
                <a:latin typeface="Calibri"/>
              </a:defRPr>
            </a:pPr>
            <a:r>
              <a:t>Middleware Guards: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auth:web -&gt; Protects patient &amp; admin routes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auth:hospital -&gt; Protects hospital routes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guest -&gt; Login/Register pages (redirect if authenticated)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46E5"/>
                </a:solidFill>
                <a:latin typeface="Calibri"/>
              </a:defRPr>
            </a:pPr>
            <a:r>
              <a:t>Route Structure: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patient.* -&gt; /patient/* (13 routes)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hospital.* -&gt; /hospital/* (9 routes)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admin.* -&gt; /admin/* (11 routes)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Welcome route -&gt; / (landing page)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Developer Guide - Key Code Snippets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Calibri"/>
              </a:defRPr>
            </a:pPr>
            <a:r>
              <a:t>Hospital Login Controller (status check):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Consolas"/>
              </a:defRPr>
            </a:pPr>
            <a:r>
              <a:t>public function login(Request $request)</a:t>
            </a:r>
            <a:br/>
            <a:r>
              <a:t>{</a:t>
            </a:r>
            <a:br/>
            <a:r>
              <a:t>    $hospital = Hospital::where('email', $request-&gt;email)-&gt;first();</a:t>
            </a:r>
            <a:br/>
            <a:r>
              <a:t>    if ($hospital &amp;&amp; $hospital-&gt;status !== 'approved') {</a:t>
            </a:r>
            <a:br/>
            <a:r>
              <a:t>        return back()-&gt;with('error', 'Account not approved yet.');</a:t>
            </a:r>
            <a:br/>
            <a:r>
              <a:t>    }</a:t>
            </a:r>
            <a:br/>
            <a:r>
              <a:t>    // ... proceed with authentication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Calibri"/>
              </a:defRPr>
            </a:pPr>
            <a:r>
              <a:t>Appointment Model (Relationships):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Consolas"/>
              </a:defRPr>
            </a:pPr>
            <a:r>
              <a:t>class Appointment extends Model</a:t>
            </a:r>
            <a:br/>
            <a:r>
              <a:t>{</a:t>
            </a:r>
            <a:br/>
            <a:r>
              <a:t>    public function patient() {</a:t>
            </a:r>
            <a:br/>
            <a:r>
              <a:t>        return $this-&gt;belongsTo(User::class, 'patient_id');</a:t>
            </a:r>
            <a:br/>
            <a:r>
              <a:t>    }</a:t>
            </a:r>
            <a:br/>
            <a:r>
              <a:t>    public function hospital() {</a:t>
            </a:r>
            <a:br/>
            <a:r>
              <a:t>        return $this-&gt;belongsTo(Hospital::class);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Calibri"/>
              </a:defRPr>
            </a:pPr>
            <a:r>
              <a:t>Notification System (Polymorphic):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Consolas"/>
              </a:defRPr>
            </a:pPr>
            <a:r>
              <a:t>class Notification extends Model</a:t>
            </a:r>
            <a:br/>
            <a:r>
              <a:t>{</a:t>
            </a:r>
            <a:br/>
            <a:r>
              <a:t>    public function notifiable() {</a:t>
            </a:r>
            <a:br/>
            <a:r>
              <a:t>        return $this-&gt;morphTo();</a:t>
            </a:r>
            <a:br/>
            <a:r>
              <a:t>    }</a:t>
            </a:r>
            <a:br/>
            <a:r>
              <a:t>    public function scopeUnread($query) {</a:t>
            </a:r>
            <a:br/>
            <a:r>
              <a:t>        return $query-&gt;where('is_read', false);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 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Multi-Role Authentication: Three separate auth systems with role-based access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Hospital Approval Workflow: Admin must approve hospitals before they can operate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Smart Search: Search approved hospitals by name or location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Appointment Booking: Book COVID tests and vaccinations at verified hospitals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Real-time Notifications: Polymorphic notification system for all user types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Test Result Management: Hospitals can update test results (negative/positive)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Vaccination Tracking: Track vaccination status per patient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Vaccine Inventory: Admin manages vaccine availability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Reporting &amp; Export: Comprehensive reports with Excel export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Responsive UI: Tailwind CSS with dark mode and theme customization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Polymorphic Notifications: Single notifications table serving both User and Hospital models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Secure Architecture: CSRF protection, bcrypt hashing, session management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User Guide - Patient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1. Visit the homepage and click "Get Started as Patient"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2. Register with your name, email, password, phone, and address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3. Log in using your email and password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4. Navigate to "Search" from the navigation bar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5. Search for hospitals by name or location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6. Click "Book Appointment" on any hospital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7. Select appointment type (Test / Vaccination) and choose a date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8. Submit - your request is sent to the hospital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9. View your appointments under "Appointments" menu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10. Check status updates (Pending / Approved / Rejected)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11. View test results and vaccination status once updated by hospital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12. Edit your profile or delete your account from "Profile" page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13. Click "Logout" when done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User Guide - Hospital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1. Visit the homepage and click "Register as Hospital"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2. Fill in hospital name, email, password, address, and location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3. Submit - your account status will be "Pending"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4. Wait for admin approval (you will be notified)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5. Once approved, log in with your email and password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6. View your dashboard with appointment statistics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7. Go to "Requests" to see all patient appointment requests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8. Click "Approve" to confirm an appointment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9. Click "Reject" to decline an appointment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10. After appointment, update Test Result (Negative/Positive)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11. Mark patient as "Vaccinated" after vaccination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12. All status changes send notifications to patients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13. Click "Logout" when done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User Guide -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1. Visit homepage and click "Admin" button in navigation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2. Log in with admin@covid.com / admin123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3. Dashboard shows system-wide statistics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4. Go to "Hospitals" to manage hospital registrations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5. Approve or reject pending hospital accounts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6. Go to "Vaccines" to manage vaccine inventory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7. Add new vaccines by name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8. Toggle vaccine availability (Available / Unavailable)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9. Go to "Reports" to view all appointments in the system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10. See patient names, hospital names, dates, and statuses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11. Go to "Export" to download all data as Excel file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12. Click "Logout" when done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Developer Guide - Module Descriptions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1. Authentication Module: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Handles registration &amp; login for all 3 roles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HospitalAuthController blocks unapproved hospitals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AdminAuthController checks role=admin in users table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2. Patient Module (PatientController):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Dashboard, Hospital Search, Appointment Booking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Appointment history &amp; Profile management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Account deletion with cascade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3. Hospital Module (HospitalController):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Dashboard with stats, Request management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Appointment approval/rejection workflow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Test result &amp; vaccination status updates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4. Admin Module (AdminController):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System dashboard with aggregate statistics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Hospital verification workflow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Vaccine CRUD &amp; toggle, Reports &amp; Excel export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5. Notification Module (Notification Model):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Polymorphic notifications for User &amp; Hospital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Unread scope, markAsRead method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- Triggered on bookings, approvals, status changes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Test Framework: Laravel Test (PHPUnit wrapper)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Database: SQLite in-memory for all tests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Migration Strategy: DatabaseMigrations trait (fresh DB per test)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Test Suites: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- Unit Tests: Individual component testing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- Feature Tests: Full request/response cycle testing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Test Coverage Areas: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- Authentication flows (login, register, logout for all roles)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- Hospital status gating (unapproved hospitals cannot login)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- Appointment booking &amp; approval workflow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- Profile update &amp; account deletion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- Vaccine management (add, toggle)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- Report generation &amp; data export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Running Tests: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- composer test (runs config:clear + artisan test)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- php artisan test tests/Feature/ExampleTest.php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- php artisan test --filter=test_name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29184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Calibri"/>
              </a:defRPr>
            </a:pPr>
            <a:r>
              <a:t>[Screenshot]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Welcome / Landing 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29184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Calibri"/>
              </a:defRPr>
            </a:pPr>
            <a:r>
              <a:t>[Screenshot]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Patient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463040"/>
            <a:ext cx="329184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Calibri"/>
              </a:defRPr>
            </a:pPr>
            <a:r>
              <a:t>[Screenshot]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Hospital Requests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329184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Calibri"/>
              </a:defRPr>
            </a:pPr>
            <a:r>
              <a:t>[Screenshot]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Admin Reports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931920"/>
            <a:ext cx="329184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663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Calibri"/>
              </a:defRPr>
            </a:pPr>
            <a:r>
              <a:t>[Screenshot]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577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Appointment Booking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931920"/>
            <a:ext cx="329184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4663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Calibri"/>
              </a:defRPr>
            </a:pPr>
            <a:r>
              <a:t>[Screenshot]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577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Admin Hospitals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Note: Please insert actual application screenshots into these placeholder areas.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22860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7D2FE"/>
                </a:solidFill>
                <a:latin typeface="Calibri"/>
              </a:defRPr>
            </a:pPr>
            <a:r>
              <a:t>CovidCare successfully delivers a complete vaccination management ecosystem.</a:t>
            </a:r>
          </a:p>
          <a:p>
            <a:pPr>
              <a:spcAft>
                <a:spcPts val="800"/>
              </a:spcAft>
              <a:defRPr sz="1800">
                <a:solidFill>
                  <a:srgbClr val="C7D2FE"/>
                </a:solidFill>
                <a:latin typeface="Calibri"/>
              </a:defRPr>
            </a:pPr>
            <a:r>
              <a:t>The system streamlines the entire workflow from patient registration to vaccination tracking.</a:t>
            </a:r>
          </a:p>
          <a:p>
            <a:pPr>
              <a:spcAft>
                <a:spcPts val="800"/>
              </a:spcAft>
              <a:defRPr sz="1800">
                <a:solidFill>
                  <a:srgbClr val="C7D2FE"/>
                </a:solidFill>
                <a:latin typeface="Calibri"/>
              </a:defRPr>
            </a:pPr>
            <a:r>
              <a:t>Three-role architecture ensures proper access control and data privacy.</a:t>
            </a:r>
          </a:p>
          <a:p>
            <a:pPr>
              <a:spcAft>
                <a:spcPts val="800"/>
              </a:spcAft>
              <a:defRPr sz="1800">
                <a:solidFill>
                  <a:srgbClr val="C7D2FE"/>
                </a:solidFill>
                <a:latin typeface="Calibri"/>
              </a:defRPr>
            </a:pPr>
            <a:r>
              <a:t>Hospital approval workflow maintains quality and trust in the system.</a:t>
            </a:r>
          </a:p>
          <a:p>
            <a:pPr>
              <a:spcAft>
                <a:spcPts val="800"/>
              </a:spcAft>
              <a:defRPr sz="1800">
                <a:solidFill>
                  <a:srgbClr val="C7D2FE"/>
                </a:solidFill>
                <a:latin typeface="Calibri"/>
              </a:defRPr>
            </a:pPr>
            <a:r>
              <a:t>Real-time notifications keep all stakeholders informed of status changes.</a:t>
            </a:r>
          </a:p>
          <a:p>
            <a:pPr>
              <a:spcAft>
                <a:spcPts val="800"/>
              </a:spcAft>
              <a:defRPr sz="1800">
                <a:solidFill>
                  <a:srgbClr val="C7D2FE"/>
                </a:solidFill>
                <a:latin typeface="Calibri"/>
              </a:defRPr>
            </a:pPr>
            <a:r>
              <a:t>The modular Laravel architecture allows for easy extension and maintenance.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4F46E5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383280"/>
            <a:ext cx="210312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F2937"/>
                </a:solidFill>
                <a:latin typeface="Calibri"/>
              </a:defRPr>
            </a:pPr>
            <a:r>
              <a:t>CovidCare - Vaccination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Developed by: Muhammad Owais, Muhammad Hammad, Muhammad Hunain, Muhammad Hamayl, Muhammad 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eProject - June 2026 to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